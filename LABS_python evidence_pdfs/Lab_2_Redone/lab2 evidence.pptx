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60a07d80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60a07d80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60a07d80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60a07d80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60a07d805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60a07d805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400675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567100" y="1393475"/>
            <a:ext cx="3362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https://app.tetsuzai-kube.com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https://app.tetsuzai-kube.com/list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https://app.tetsuzai-kube.com/add?note=lab2_test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00025"/>
            <a:ext cx="44196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3138" y="3002375"/>
            <a:ext cx="534352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5526400" y="352625"/>
            <a:ext cx="27258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Testing these out after all the tf have been approved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65900" y="4103675"/>
            <a:ext cx="54888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 now cloudfront and https work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Dynamic read endpoint works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Dynamic </a:t>
            </a:r>
            <a:r>
              <a:rPr lang="en" sz="1800">
                <a:solidFill>
                  <a:schemeClr val="dk2"/>
                </a:solidFill>
              </a:rPr>
              <a:t>write</a:t>
            </a:r>
            <a:r>
              <a:rPr lang="en" sz="1800">
                <a:solidFill>
                  <a:schemeClr val="dk2"/>
                </a:solidFill>
              </a:rPr>
              <a:t> endpoint works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75" y="81200"/>
            <a:ext cx="8839200" cy="180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43247"/>
            <a:ext cx="8839203" cy="185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250"/>
            <a:ext cx="8839200" cy="189707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152400" y="2039325"/>
            <a:ext cx="6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all three header checks ran successfully, then my cache-routing path is functioning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6" cy="341934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79725" y="3637925"/>
            <a:ext cx="44550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Validators passed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32600" y="4115600"/>
            <a:ext cx="5143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Python evidence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