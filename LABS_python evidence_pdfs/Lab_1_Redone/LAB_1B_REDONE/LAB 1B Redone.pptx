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5afe302c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5afe302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5afe302c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5afe302c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5afe302c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5afe302c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5afe302c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5afe302c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5afe302c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5afe302c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5afe302c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5afe302c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5afe302c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5afe302c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3361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261128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1040875" y="3149725"/>
            <a:ext cx="48315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Sns success!!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398237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1274800" y="1369725"/>
            <a:ext cx="4994100" cy="14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Target group unhealthy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3990550" y="1379900"/>
            <a:ext cx="29394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Removed an </a:t>
            </a:r>
            <a:r>
              <a:rPr lang="en" sz="1800">
                <a:solidFill>
                  <a:schemeClr val="dk2"/>
                </a:solidFill>
              </a:rPr>
              <a:t>inbound rule to test it. For testing purposes only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32956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 txBox="1"/>
          <p:nvPr/>
        </p:nvSpPr>
        <p:spPr>
          <a:xfrm>
            <a:off x="1203600" y="3658275"/>
            <a:ext cx="4007400" cy="7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Cloud watch alert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96625"/>
            <a:ext cx="8839199" cy="4015983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/>
          <p:cNvSpPr txBox="1"/>
          <p:nvPr/>
        </p:nvSpPr>
        <p:spPr>
          <a:xfrm>
            <a:off x="267850" y="-23725"/>
            <a:ext cx="3468300" cy="7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Restored the inbound rule 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3848547" y="4342328"/>
            <a:ext cx="1786525" cy="947225"/>
          </a:xfrm>
          <a:custGeom>
            <a:rect b="b" l="l" r="r" t="t"/>
            <a:pathLst>
              <a:path extrusionOk="0" h="37889" w="71461">
                <a:moveTo>
                  <a:pt x="49620" y="711"/>
                </a:moveTo>
                <a:cubicBezTo>
                  <a:pt x="40276" y="192"/>
                  <a:pt x="30724" y="-717"/>
                  <a:pt x="21547" y="1118"/>
                </a:cubicBezTo>
                <a:cubicBezTo>
                  <a:pt x="11673" y="3093"/>
                  <a:pt x="-2203" y="12951"/>
                  <a:pt x="391" y="22681"/>
                </a:cubicBezTo>
                <a:cubicBezTo>
                  <a:pt x="6482" y="45528"/>
                  <a:pt x="65446" y="41144"/>
                  <a:pt x="71183" y="18206"/>
                </a:cubicBezTo>
                <a:cubicBezTo>
                  <a:pt x="72978" y="11028"/>
                  <a:pt x="63861" y="2571"/>
                  <a:pt x="56536" y="1525"/>
                </a:cubicBezTo>
                <a:cubicBezTo>
                  <a:pt x="44319" y="-219"/>
                  <a:pt x="31854" y="1525"/>
                  <a:pt x="19513" y="1525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2625"/>
            <a:ext cx="8839198" cy="335580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8"/>
          <p:cNvSpPr txBox="1"/>
          <p:nvPr/>
        </p:nvSpPr>
        <p:spPr>
          <a:xfrm>
            <a:off x="328875" y="566200"/>
            <a:ext cx="52890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Back to health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/>
        </p:nvSpPr>
        <p:spPr>
          <a:xfrm>
            <a:off x="461100" y="261075"/>
            <a:ext cx="50145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Python evidence for lab 1b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2" name="Google Shape;9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66175"/>
            <a:ext cx="8839201" cy="2761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/>
        </p:nvSpPr>
        <p:spPr>
          <a:xfrm>
            <a:off x="152400" y="2234300"/>
            <a:ext cx="4200900" cy="5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File in my repo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8" name="Google Shape;9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20011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9" name="Google Shape;99;p20"/>
          <p:cNvCxnSpPr/>
          <p:nvPr/>
        </p:nvCxnSpPr>
        <p:spPr>
          <a:xfrm rot="10800000">
            <a:off x="2708925" y="1471425"/>
            <a:ext cx="3834600" cy="102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