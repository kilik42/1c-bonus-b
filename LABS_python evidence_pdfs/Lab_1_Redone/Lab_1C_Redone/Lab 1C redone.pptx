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5e8b75a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5e8b75a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5e8b75a5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5e8b75a5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5e8b75a5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5e8b75a5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5e8b75a5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5e8b75a5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5e8b75a5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5e8b75a5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5e8b75a5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5e8b75a5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5e8b75a5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5e8b75a5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5e8b75a5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5e8b75a5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5e8b75a5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5e8b75a5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5e8b75a5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5e8b75a5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88886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91550" y="3132825"/>
            <a:ext cx="8425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 implemented AWS WAF in front of the application load balancer using AWS managed rule groups to provide baseline web-layer protection against common attack patterns.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7211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416887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681885" y="2690161"/>
            <a:ext cx="4356275" cy="2357050"/>
          </a:xfrm>
          <a:custGeom>
            <a:rect b="b" l="l" r="r" t="t"/>
            <a:pathLst>
              <a:path extrusionOk="0" h="94282" w="174251">
                <a:moveTo>
                  <a:pt x="146586" y="15941"/>
                </a:moveTo>
                <a:cubicBezTo>
                  <a:pt x="129735" y="7515"/>
                  <a:pt x="109281" y="9432"/>
                  <a:pt x="90441" y="9432"/>
                </a:cubicBezTo>
                <a:cubicBezTo>
                  <a:pt x="71643" y="9432"/>
                  <a:pt x="51330" y="6772"/>
                  <a:pt x="34295" y="14721"/>
                </a:cubicBezTo>
                <a:cubicBezTo>
                  <a:pt x="23728" y="19652"/>
                  <a:pt x="12897" y="25262"/>
                  <a:pt x="5002" y="33843"/>
                </a:cubicBezTo>
                <a:cubicBezTo>
                  <a:pt x="-738" y="40082"/>
                  <a:pt x="-935" y="51025"/>
                  <a:pt x="1747" y="59068"/>
                </a:cubicBezTo>
                <a:cubicBezTo>
                  <a:pt x="5303" y="69731"/>
                  <a:pt x="16860" y="76538"/>
                  <a:pt x="26972" y="81445"/>
                </a:cubicBezTo>
                <a:cubicBezTo>
                  <a:pt x="49738" y="92493"/>
                  <a:pt x="76542" y="94919"/>
                  <a:pt x="101833" y="94057"/>
                </a:cubicBezTo>
                <a:cubicBezTo>
                  <a:pt x="124678" y="93278"/>
                  <a:pt x="156707" y="92939"/>
                  <a:pt x="166929" y="72494"/>
                </a:cubicBezTo>
                <a:cubicBezTo>
                  <a:pt x="172734" y="60885"/>
                  <a:pt x="174252" y="47230"/>
                  <a:pt x="174252" y="34250"/>
                </a:cubicBezTo>
                <a:cubicBezTo>
                  <a:pt x="174252" y="27077"/>
                  <a:pt x="173976" y="18197"/>
                  <a:pt x="168556" y="13500"/>
                </a:cubicBezTo>
                <a:cubicBezTo>
                  <a:pt x="163337" y="8978"/>
                  <a:pt x="155750" y="8166"/>
                  <a:pt x="149028" y="6584"/>
                </a:cubicBezTo>
                <a:cubicBezTo>
                  <a:pt x="136462" y="3627"/>
                  <a:pt x="123669" y="1265"/>
                  <a:pt x="110783" y="481"/>
                </a:cubicBezTo>
                <a:cubicBezTo>
                  <a:pt x="97628" y="-320"/>
                  <a:pt x="84206" y="160"/>
                  <a:pt x="71319" y="2922"/>
                </a:cubicBezTo>
                <a:cubicBezTo>
                  <a:pt x="67024" y="3842"/>
                  <a:pt x="62230" y="2994"/>
                  <a:pt x="58300" y="4956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64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3893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59248" cy="496019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/>
          <p:nvPr/>
        </p:nvSpPr>
        <p:spPr>
          <a:xfrm>
            <a:off x="3580772" y="4116274"/>
            <a:ext cx="1483725" cy="931525"/>
          </a:xfrm>
          <a:custGeom>
            <a:rect b="b" l="l" r="r" t="t"/>
            <a:pathLst>
              <a:path extrusionOk="0" h="37261" w="59349">
                <a:moveTo>
                  <a:pt x="57762" y="5571"/>
                </a:moveTo>
                <a:cubicBezTo>
                  <a:pt x="46928" y="2124"/>
                  <a:pt x="34527" y="-2348"/>
                  <a:pt x="23882" y="1643"/>
                </a:cubicBezTo>
                <a:cubicBezTo>
                  <a:pt x="15720" y="4703"/>
                  <a:pt x="8441" y="10212"/>
                  <a:pt x="2276" y="16374"/>
                </a:cubicBezTo>
                <a:cubicBezTo>
                  <a:pt x="-1430" y="20079"/>
                  <a:pt x="279" y="27068"/>
                  <a:pt x="1785" y="32087"/>
                </a:cubicBezTo>
                <a:cubicBezTo>
                  <a:pt x="3897" y="39128"/>
                  <a:pt x="16056" y="36017"/>
                  <a:pt x="23391" y="36506"/>
                </a:cubicBezTo>
                <a:cubicBezTo>
                  <a:pt x="34763" y="37264"/>
                  <a:pt x="51684" y="39335"/>
                  <a:pt x="56780" y="29141"/>
                </a:cubicBezTo>
                <a:cubicBezTo>
                  <a:pt x="59561" y="23578"/>
                  <a:pt x="60665" y="15339"/>
                  <a:pt x="56780" y="10482"/>
                </a:cubicBezTo>
                <a:cubicBezTo>
                  <a:pt x="51485" y="3863"/>
                  <a:pt x="40214" y="6062"/>
                  <a:pt x="31738" y="6062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/>
        </p:nvSpPr>
        <p:spPr>
          <a:xfrm>
            <a:off x="126850" y="69550"/>
            <a:ext cx="41493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dashboard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07350"/>
            <a:ext cx="8839201" cy="3623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2316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483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/>
        </p:nvSpPr>
        <p:spPr>
          <a:xfrm>
            <a:off x="13550" y="27125"/>
            <a:ext cx="42822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Python verification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4" name="Google Shape;1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9225"/>
            <a:ext cx="8839199" cy="302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077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