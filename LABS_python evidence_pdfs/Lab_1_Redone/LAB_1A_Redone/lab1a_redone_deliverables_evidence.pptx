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5af270b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5af270b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5af270b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5af270b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5af270bd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5af270bd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af270bd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af270bd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5af270bd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5af270bd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af270b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af270b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af270bd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5af270bd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76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82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914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52400" y="162725"/>
            <a:ext cx="81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http://lab1-redone-alb-879803269.us-west-2.elb.amazonaws.com/init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http://lab1-redone-alb-879803269.us-west-2.elb.amazonaws.com/add?note=hello_lab1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http://lab1-redone-alb-879803269.us-west-2.elb.amazonaws.com/list</a:t>
            </a:r>
            <a:endParaRPr/>
          </a:p>
        </p:txBody>
      </p:sp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6075"/>
            <a:ext cx="72104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31025"/>
            <a:ext cx="79533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9844" y="3566752"/>
            <a:ext cx="5934559" cy="15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0" y="-71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Testing the ALB directly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0" y="0"/>
            <a:ext cx="8883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http://tetsuzai-kube.com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http://tetsuzai-kube.com/init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http://tetsuzai-kube.com/add?note=hello_domain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http://tetsuzai-kube.com/list</a:t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565525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b="1" lang="en">
                <a:solidFill>
                  <a:srgbClr val="FF0000"/>
                </a:solidFill>
              </a:rPr>
              <a:t>esting the domain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9100"/>
            <a:ext cx="3043778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98200"/>
            <a:ext cx="50863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712650"/>
            <a:ext cx="56578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0175" y="1046688"/>
            <a:ext cx="43624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AWS checks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2600"/>
            <a:ext cx="8839200" cy="380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3925"/>
            <a:ext cx="8839201" cy="198743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13550" y="-3400"/>
            <a:ext cx="73233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PYTHON EVIDENCE….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914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