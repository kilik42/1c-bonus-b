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8c85ac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8c85ac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68c85acc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68c85ac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8c85acc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8c85acc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68c85acc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68c85ac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8c85ac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68c85ac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df8c7f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df8c7f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6df8c7f1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6df8c7f1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191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59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16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0" y="2751460"/>
            <a:ext cx="8839204" cy="1959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1631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50" y="2629430"/>
            <a:ext cx="8839197" cy="223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79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22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